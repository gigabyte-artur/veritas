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170432"/>
            <a:ext cx="1554480" cy="15544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C:\cmder\.qwen\tmp\veritas-deck\icons\brain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593" y="1512418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Veritas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57200" y="3950208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Мобильный тренажёр для запоминания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498848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Интервальное повторение и адаптивное обучение через игру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Gigabyte   ·   blog.livegig.ru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Veritas?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  <a:effectLst>
            <a:outerShdw sx="100000" sy="100000" kx="0" ky="0" algn="bl" rotWithShape="0" blurRad="76200" dist="38100" dir="5400000">
              <a:srgbClr val="1E2761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658368" cy="658368"/>
          </a:xfrm>
          <a:prstGeom prst="ellipse">
            <a:avLst/>
          </a:prstGeom>
          <a:solidFill>
            <a:srgbClr val="6B7394"/>
          </a:solidFill>
          <a:ln/>
        </p:spPr>
      </p:sp>
      <p:pic>
        <p:nvPicPr>
          <p:cNvPr id="5" name="Image 0" descr="C:\cmder\.qwen\tmp\veritas-deck\icons\cros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241" y="1836481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Классическое заучивание — это скучно. Однообразные карточки не удерживают внимание, а прогресс теряется без регулярной практики.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2770632"/>
            <a:ext cx="658368" cy="585216"/>
          </a:xfrm>
          <a:prstGeom prst="rightArrow">
            <a:avLst/>
          </a:prstGeom>
          <a:solidFill>
            <a:srgbClr val="D4AF37"/>
          </a:solidFill>
          <a:ln/>
        </p:spPr>
      </p:sp>
      <p:sp>
        <p:nvSpPr>
          <p:cNvPr id="9" name="Shape 6"/>
          <p:cNvSpPr/>
          <p:nvPr/>
        </p:nvSpPr>
        <p:spPr>
          <a:xfrm>
            <a:off x="6519672" y="128016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  <a:effectLst>
            <a:outerShdw sx="100000" sy="100000" kx="0" ky="0" algn="bl" rotWithShape="0" blurRad="76200" dist="38100" dir="540000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85432" y="1691640"/>
            <a:ext cx="658368" cy="65836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C:\cmder\.qwen\tmp\veritas-deck\icons\check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273" y="1836481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54112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885432" y="265176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превращает повторение в игру. Викторины, восхождение, карты, достижения и уровни удерживают интерес и закрепляют материал надолго.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Veritas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5532120"/>
            <a:ext cx="35935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55321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261872" y="5532120"/>
            <a:ext cx="2770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Интервальное повторение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370832" y="5532120"/>
            <a:ext cx="35935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0" y="55321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084064" y="5532120"/>
            <a:ext cx="2770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Адаптивное обучение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193024" y="5532120"/>
            <a:ext cx="35935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94192" y="55321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8906256" y="5532120"/>
            <a:ext cx="2770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режима игры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  <a:effectLst>
            <a:outerShdw sx="100000" sy="100000" kx="0" ky="0" algn="bl" rotWithShape="0" blurRad="76200" dist="38100" dir="5400000">
              <a:srgbClr val="1E2761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674620" y="1691640"/>
            <a:ext cx="1097280" cy="1097280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5" name="Image 0" descr="C:\cmder\.qwen\tmp\veritas-deck\icons\questio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6022" y="193304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71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Викторина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проверка знаний по сборникам.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425196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или 6 вариантов ответа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Сборники по темам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на выбор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28016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  <a:effectLst>
            <a:outerShdw sx="100000" sy="100000" kx="0" ky="0" algn="bl" rotWithShape="0" blurRad="76200" dist="38100" dir="540000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35340" y="1691640"/>
            <a:ext cx="1097280" cy="10972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C:\cmder\.qwen\tmp\veritas-deck\icons\mountain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742" y="1933042"/>
            <a:ext cx="614477" cy="6144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2971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Восхождение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675120" y="36576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Roguelike-приключение с этапами и противниками.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78040" y="425196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и противники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 и модификаторы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прогресса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Игровые механики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58368" cy="658368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4" name="Image 0" descr="C:\cmder\.qwen\tmp\veritas-deck\icons\card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" y="1699321"/>
            <a:ext cx="368686" cy="3686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Карты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1732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Игровые карточки в режиме восхождения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89120" y="1554480"/>
            <a:ext cx="658368" cy="65836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8" name="Image 1" descr="C:\cmder\.qwen\tmp\veritas-deck\icons\magic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61" y="1699321"/>
            <a:ext cx="368686" cy="36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57800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Модификаторы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25780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Эффекты, меняющие ход игры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1554480"/>
            <a:ext cx="658368" cy="658368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12" name="Image 2" descr="C:\cmder\.qwen\tmp\veritas-deck\icons\troph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441" y="1699321"/>
            <a:ext cx="368686" cy="3686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8280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Достижения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09828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Награды за прогресс и рекорды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886200"/>
            <a:ext cx="658368" cy="65836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3" descr="C:\cmder\.qwen\tmp\veritas-deck\icons\level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4031041"/>
            <a:ext cx="368686" cy="36868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9044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Уровни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417320" y="4343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с 1 до 45 уровня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389120" y="3886200"/>
            <a:ext cx="658368" cy="658368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20" name="Image 4" descr="C:\cmder\.qwen\tmp\veritas-deck\icons\coin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961" y="4031041"/>
            <a:ext cx="368686" cy="36868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7800" y="39044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Монеты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5257800" y="4343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Внутриигровая валюта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8229600" y="3886200"/>
            <a:ext cx="658368" cy="65836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4" name="Image 5" descr="C:\cmder\.qwen\tmp\veritas-deck\icons\dice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441" y="4031041"/>
            <a:ext cx="368686" cy="36868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098280" y="39044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Колесо судьбы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9098280" y="4343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бонусы и награды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Veritas в цифрах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режима игры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5544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389120" y="2560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уровней опыта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5544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229600" y="2560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игровых экранов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1.5.7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конфигурации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393192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4389120" y="4937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оффлайн-режим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393192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8.3.26+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229600" y="4937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1С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 и платформа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  <a:effectLst>
            <a:outerShdw sx="100000" sy="100000" kx="0" ky="0" algn="bl" rotWithShape="0" blurRad="76200" dist="38100" dir="5400000">
              <a:srgbClr val="1E2761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531620"/>
            <a:ext cx="777240" cy="777240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5" name="Image 0" descr="C:\cmder\.qwen\tmp\veritas-deck\icons\cube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113" y="1702613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53619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1С:Предприятие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057400" y="19933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8.3.26+ · low-code платформа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  <a:effectLst>
            <a:outerShdw sx="100000" sy="100000" kx="0" ky="0" algn="bl" rotWithShape="0" blurRad="76200" dist="38100" dir="5400000">
              <a:srgbClr val="1E2761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285750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0" name="Image 1" descr="C:\cmder\.qwen\tmp\veritas-deck\icons\window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3" y="302849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286207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Управляемые формы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2057400" y="3319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интерфейс «Такси»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  <a:effectLst>
            <a:outerShdw sx="100000" sy="100000" kx="0" ky="0" algn="bl" rotWithShape="0" blurRad="76200" dist="38100" dir="5400000">
              <a:srgbClr val="1E2761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183380"/>
            <a:ext cx="777240" cy="777240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15" name="Image 2" descr="C:\cmder\.qwen\tmp\veritas-deck\icons\mobi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3" y="435437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57400" y="418795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Мобильная платформа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20574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Смартфоны и планшеты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53492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F3"/>
            </a:solidFill>
            <a:prstDash val="solid"/>
          </a:ln>
          <a:effectLst>
            <a:outerShdw sx="100000" sy="100000" kx="0" ky="0" algn="bl" rotWithShape="0" blurRad="76200" dist="38100" dir="5400000">
              <a:srgbClr val="1E2761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0120" y="550926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0" name="Image 3" descr="C:\cmder\.qwen\tmp\veritas-deck\icons\cloud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113" y="5680253"/>
            <a:ext cx="435254" cy="4352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57400" y="551383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Оффлайн-режим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2057400" y="5971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интернета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4328" y="1325880"/>
            <a:ext cx="1463040" cy="14630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C:\cmder\.qwen\tmp\veritas-deck\icons\trophy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6196" y="1647749"/>
            <a:ext cx="819302" cy="819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97180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Veritas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Запоминание, которое увлекает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Gigabyte   ·   blog.livegig.ru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Veritas — мобильный тренажёр для запоминания</dc:title>
  <dc:subject>Презентация проекта Veritas</dc:subject>
  <dc:creator>Gigabyte</dc:creator>
  <cp:lastModifiedBy>Gigabyte</cp:lastModifiedBy>
  <cp:revision>1</cp:revision>
  <dcterms:created xsi:type="dcterms:W3CDTF">2026-08-15T12:22:24Z</dcterms:created>
  <dcterms:modified xsi:type="dcterms:W3CDTF">2026-08-15T12:22:24Z</dcterms:modified>
</cp:coreProperties>
</file>